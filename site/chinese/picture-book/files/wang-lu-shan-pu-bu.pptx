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你们见过瀑布吗？在江西九江，有一座山叫庐山，庐山上有一条特别有名的瀑布。一千多年前，大诗人李白来到这里，抬头一看，被眼前的景象惊呆了，于是写下了一首千古名篇。今天我们就一起去看看，李白到底看到了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，这就是李白——他被称为"诗仙"，因为他写诗的想象力像神仙一样。他和我们之前学的白居易不一样：白居易的诗朴素、实在，像在跟老婆婆聊天；李白的诗豪放、夸张、浪漫，他看到瀑布能想到银河，看到月亮能想到故乡。今天学的《望庐山瀑布》，就是他这种"神仙想象力"的代表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老师读一遍，同学们注意听这几个词：香炉——不是真的香炉，是庐山上的一座山峰，叫香炉峰；紫烟——阳光照在云雾上，云雾呈现出紫色；三千尺——这是夸张，古代一尺大约23厘米，三千尺就是900米，形容瀑布特别高；九天——传说天有九重，九天就是天的最高处。读完以后我们齐读两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图——早晨的阳光照在香炉峰上，山间的云雾被染成了紫橘色，远远看去就像一个巨大的香炉正在冒出紫色的香烟。李白用一个"生"字，把云雾写活了，好像云雾是从山峰里自己生长出来的一样。这就是诗人的眼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图——远远望去，瀑布不是"流"下来，也不是"冲"下来，而是"挂"在那里。一个"挂"字，把奔腾的瀑布写得安静、稳定，像一幅画挂在山前。为什么用"挂"？因为距离远，水流看起来就慢了、静了，就像真的挂在那里一样。这就是诗人的观察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注意！这里的"三千尺"不是真的量出来的，是李白用的夸张手法。真实的庐山瀑布大约150米高，但李白说它有三千尺——为什么要这样夸张？因为他要写出那种"从天上直掉下来"的感觉。"飞"字写出速度，"直下"写出角度，"三千尺"写出高度。短短七个字，又快、又直、又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同学们，我们一起站起来，看着大屏幕，把这首诗吟诵一遍。注意读出李白那种豪放的气势——特别是"飞流直下三千尺"要读得有力量，"疑是银河落九天"要读得像在做梦。课后作业：背诵默写，并且画一幅你心中的庐山瀑布，试着用上夸张的手法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句是全诗最浪漫的一句。李白看着飞流直下的瀑布，水雾飞溅、阳光闪耀，他竟然恍惚了——这哪里是瀑布？这分明是天上的银河从最高的九重天掉下来了！一个"疑"字，写出了诗人被震撼到恍惚的状态。这就是"诗仙"的想象力——他不只是在看瀑布，他是在看一条从天上落下来的星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8.xml" Type="http://schemas.openxmlformats.org/officeDocument/2006/relationships/notesSlid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5334000" cy="2794000"/>
          </a:xfrm>
          <a:prstGeom prst="roundRect">
            <a:avLst>
              <a:gd name="adj" fmla="val 10909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143000" y="1397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望庐山瀑布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168400" y="2667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[唐] 李白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3227" flipH="false" flipV="false">
            <a:off x="1168421" y="3295650"/>
            <a:ext cx="187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168400" y="34036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975Maru SC"/>
                <a:ea typeface="975Maru SC"/>
                <a:cs typeface="975Maru SC"/>
                <a:sym typeface="975Maru SC"/>
              </a:rPr>
              <a:t>小学语文 · 四年级上册 · 古诗三首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77800" cy="6858000"/>
          </a:xfrm>
          <a:prstGeom prst="roundRect">
            <a:avLst>
              <a:gd name="adj" fmla="val 0"/>
            </a:avLst>
          </a:prstGeom>
          <a:solidFill>
            <a:srgbClr val="D97A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635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第一步 · 认识诗人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16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他是"诗仙"李白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3745" r="3745" t="0" b="0"/>
          <a:stretch>
            <a:fillRect/>
          </a:stretch>
        </p:blipFill>
        <p:spPr>
          <a:xfrm rot="0" flipH="false" flipV="false">
            <a:off x="762000" y="1905000"/>
            <a:ext cx="3556000" cy="469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4826000" y="2032000"/>
            <a:ext cx="660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李白（701—762） · 字太白 · 号青莲居士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4826026" y="2635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4826000" y="2857500"/>
            <a:ext cx="660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唐代最伟大的浪漫主义诗人，被后人称为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"诗仙"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他喜欢游山玩水，喝着酒就能写出惊天动地的诗。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他写的瀑布，不只是瀑布——他敢说那是银河从天上掉下来。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4699000"/>
            <a:ext cx="6604000" cy="1778000"/>
          </a:xfrm>
          <a:prstGeom prst="roundRect">
            <a:avLst>
              <a:gd name="adj" fmla="val 12857"/>
            </a:avLst>
          </a:prstGeom>
          <a:solidFill>
            <a:srgbClr val="FFF0DC">
              <a:alpha val="90000"/>
            </a:srgbClr>
          </a:solidFill>
          <a:ln w="12700" cmpd="sng" cap="flat">
            <a:solidFill>
              <a:srgbClr val="D97A3C">
                <a:alpha val="100000"/>
              </a:srgbClr>
            </a:solidFill>
            <a:prstDash val="dot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143500" y="4927600"/>
            <a:ext cx="596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代表作：</a:t>
            </a:r>
            <a:r>
              <a:rPr lang="en-US" b="false" i="false" strike="noStrike" u="none" sz="16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《静夜思》《望天门山》《早发白帝城》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写诗特点：</a:t>
            </a:r>
            <a:r>
              <a:rPr lang="en-US" b="false" i="false" strike="noStrike" u="none" sz="16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想象大胆、夸张、像在做梦一样浪漫。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842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第二步 · 诵读全诗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9652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先听老师读一遍，注意红色的字词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49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524000" y="2159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日照香炉生</a:t>
            </a:r>
            <a:r>
              <a:rPr lang="en-US" b="true" i="false" strike="noStrike" u="none" sz="4000">
                <a:solidFill>
                  <a:srgbClr val="8C5AB4"/>
                </a:solidFill>
                <a:latin typeface="Kaiti SC"/>
                <a:ea typeface="Kaiti SC"/>
                <a:cs typeface="Kaiti SC"/>
                <a:sym typeface="Kaiti SC"/>
              </a:rPr>
              <a:t>紫烟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，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524000" y="29845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遥看瀑布</a:t>
            </a:r>
            <a:r>
              <a:rPr lang="en-US" b="true" i="false" strike="noStrike" u="none" sz="40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挂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前川。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524000" y="3810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飞流直下</a:t>
            </a:r>
            <a:r>
              <a:rPr lang="en-US" b="true" i="false" strike="noStrike" u="none" sz="40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三千尺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524000" y="46355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疑是</a:t>
            </a:r>
            <a:r>
              <a:rPr lang="en-US" b="true" i="false" strike="noStrike" u="none" sz="4000">
                <a:solidFill>
                  <a:srgbClr val="4A8B8B"/>
                </a:solidFill>
                <a:latin typeface="Kaiti SC"/>
                <a:ea typeface="Kaiti SC"/>
                <a:cs typeface="Kaiti SC"/>
                <a:sym typeface="Kaiti SC"/>
              </a:rPr>
              <a:t>银河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落九天。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905000" y="5715000"/>
            <a:ext cx="8382000" cy="635000"/>
          </a:xfrm>
          <a:prstGeom prst="roundRect">
            <a:avLst>
              <a:gd name="adj" fmla="val 50000"/>
            </a:avLst>
          </a:prstGeom>
          <a:solidFill>
            <a:srgbClr val="FFF0DC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032000" y="5842000"/>
            <a:ext cx="812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提示：香炉（峰名）· 紫烟（紫色云雾）· 三千尺（夸张，形容极高）· 九天（天的最高处）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6350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990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C5AB4"/>
                </a:solidFill>
                <a:latin typeface="975Maru SC"/>
                <a:ea typeface="975Maru SC"/>
                <a:cs typeface="975Maru SC"/>
                <a:sym typeface="975Maru SC"/>
              </a:rPr>
              <a:t>第三步 · 读第一句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371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日照香炉生紫烟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826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5016500"/>
            <a:ext cx="6477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8C5AB4"/>
                </a:solidFill>
                <a:latin typeface="975Maru SC"/>
                <a:ea typeface="975Maru SC"/>
                <a:cs typeface="975Maru SC"/>
                <a:sym typeface="975Maru SC"/>
              </a:rPr>
              <a:t>香炉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：不是真的香炉，是庐山上的一座山峰，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因为形状像香炉，所以叫香炉峰。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8C5AB4"/>
                </a:solidFill>
                <a:latin typeface="975Maru SC"/>
                <a:ea typeface="975Maru SC"/>
                <a:cs typeface="975Maru SC"/>
                <a:sym typeface="975Maru SC"/>
              </a:rPr>
              <a:t>紫烟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：阳光照在山间的水雾上，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云雾呈现出淡淡的紫色，像仙境一样。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第四步 · 读第二句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遥看瀑布挂前川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826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5016500"/>
            <a:ext cx="6477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遥看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：远远地望去。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挂前川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：瀑布远远看去，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就像一条巨大的白色绢带，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挂在山前的河流上。"挂"字用得多妙！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6350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990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第五步 · 读第三句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371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飞流直下三千尺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4699000"/>
            <a:ext cx="6604000" cy="1778000"/>
          </a:xfrm>
          <a:prstGeom prst="roundRect">
            <a:avLst>
              <a:gd name="adj" fmla="val 14285"/>
            </a:avLst>
          </a:prstGeom>
          <a:solidFill>
            <a:srgbClr val="2B3A5C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143500" y="4927600"/>
            <a:ext cx="596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飞流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：飞奔而下的水流，速度极快。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三千尺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：这是</a:t>
            </a:r>
            <a:r>
              <a:rPr lang="en-US" b="tru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夸张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！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古代一尺约23厘米，三千尺大约900米，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形容瀑布从极高的地方直冲下来，气势惊人。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762000"/>
            <a:ext cx="7620000" cy="5334000"/>
          </a:xfrm>
          <a:prstGeom prst="roundRect">
            <a:avLst>
              <a:gd name="adj" fmla="val 571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794000" y="1016000"/>
            <a:ext cx="660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最后 · 让我们一起轻声吟诵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2794000" y="15875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日照香炉生紫烟，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794000" y="21590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遥看瀑布挂前川。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794000" y="27305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飞流直下三千尺，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794000" y="33020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疑是银河落九天。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7188" flipH="false" flipV="false">
            <a:off x="4826016" y="4121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2794000" y="42545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—— [唐] 李白 《望庐山瀑布》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794000" y="4826000"/>
            <a:ext cx="6604000" cy="1016000"/>
          </a:xfrm>
          <a:prstGeom prst="roundRect">
            <a:avLst>
              <a:gd name="adj" fmla="val 15000"/>
            </a:avLst>
          </a:prstGeom>
          <a:solidFill>
            <a:srgbClr val="FFF0DC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048000" y="49784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课后作业：</a:t>
            </a:r>
            <a:r>
              <a:rPr lang="en-US" b="false" i="false" strike="noStrike" u="none" sz="14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1. 背诵并默写这首诗；2. 画一幅你心中的"庐山瀑布"，用上夸张的手法。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A5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第六步 · 读第四句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疑是银河落九天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699000"/>
            <a:ext cx="7112000" cy="1778000"/>
          </a:xfrm>
          <a:prstGeom prst="roundRect">
            <a:avLst>
              <a:gd name="adj" fmla="val 14285"/>
            </a:avLst>
          </a:prstGeom>
          <a:solidFill>
            <a:srgbClr val="2B3A5C">
              <a:alpha val="88000"/>
            </a:srgbClr>
          </a:solidFill>
          <a:ln w="12700" cmpd="sng" cap="flat">
            <a:solidFill>
              <a:srgbClr val="FFDC96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4927600"/>
            <a:ext cx="647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疑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：怀疑、以为。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银河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：天上那条由无数星星组成的光带。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九天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：传说天有九重，指天的最高处。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瀑布太壮观了，李白竟然以为是银河从天上掉下来！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{"Label":"1","ContentProducer":"001191110102MACQD9K64010000","ProduceID":"7694969170873863460","ReservedCode1":"","ContentPropagator":"","PropagateID":"","ReservedCode2":""}</vt:lpwstr>
  </property>
</Properties>
</file>