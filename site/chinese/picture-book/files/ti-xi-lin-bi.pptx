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你们有没有过这样的经历——站在一座大山里，前后左右都是山，你却怎么也看不清这座山到底长什么样？九百多年前，宋代大诗人苏轼在庐山游玩时，就遇到了这个问题。他在一座寺庙的墙上写下了一首诗，这首诗后来成了千古名篇。今天我们就一起来读《题西林壁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就是苏轼。他和我们之前学的李白、白居易都不一样：李白是浪漫的"诗仙"，白居易是写实的"诗魔"，而苏轼是爱思考的"哲人"。他写诗不只是写景，还会在景里藏一个道理。《题西林壁》就是这样一首诗——表面上在写庐山，实际上在告诉我们一个看问题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老师读一遍，同学们注意听：题——就是书写、题写；西林壁——西林寺的墙壁；缘——在古诗里是"因为"的意思；真面目——不是说脸，是说庐山的全貌、真正的样子。读完以后我们齐读两遍。这首诗和我们之前学的不一样，它藏着一个道理，等下我们一句一句来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从正面看，庐山是连绵起伏的山岭，像一条长长的绿色波浪；但是等你走到侧面一看，它又变成了一座座高高的山峰，直插云霄。同一座山，仅仅因为你站的位置不同，看起来就完全不一样。这就是苏轼观察庐山的第一个发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苏轼不仅换了左右方向看，还换了远近、高低来观察。远看山小、近看山大；站在高处看，群山都在脚下；站在低处看，山高得要仰头。四种距离、四个高度，庐山就有四种样子。这说明什么？说明任何事物，从不同角度看，结果都不一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想一想：苏轼已经这么仔细地观察了，为什么还是"不识庐山真面目"？他看不到庐山的全貌——因为他自己就站在庐山里面，四周都是山，他怎么可能一眼看清整座山呢？这就是接下来第四句要回答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句是全诗的"诗眼"，也是苏轼要告诉我们的道理。为什么看不清庐山？因为你就在山里面。为什么有时候我们看不清一件事的真相？因为我们自己就身在其中。这就是"当局者迷，旁观者清"。所以遇到问题时，要学会跳出来，换个位置、换个角度看——这就是苏轼在九百多年前用一首小诗教会我们的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一起站起来，把这首诗吟诵一遍。这首诗和之前的不一样，它不只是写景，还藏着一个道理——遇到问题时，要学会跳出来，换个角度看。课后作业：背诵默写，并且想一想生活中有没有哪件事让你体会到"当局者迷"，下节课分享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5334000" cy="2794000"/>
          </a:xfrm>
          <a:prstGeom prst="roundRect">
            <a:avLst>
              <a:gd name="adj" fmla="val 10909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1397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题西林壁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684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[宋] 苏轼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227" flipH="false" flipV="false">
            <a:off x="1168421" y="3295650"/>
            <a:ext cx="187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168400" y="3403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小学语文 · 四年级上册 · 古诗三首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4A8B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63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第一步 · 认识诗人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1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他是"东坡居士"苏轼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3561" r="3561" t="0" b="0"/>
          <a:stretch>
            <a:fillRect/>
          </a:stretch>
        </p:blipFill>
        <p:spPr>
          <a:xfrm rot="0" flipH="false" flipV="false">
            <a:off x="762000" y="1905000"/>
            <a:ext cx="3556000" cy="469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4826000" y="2032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苏轼（1037—1101） · 字子瞻 · 号东坡居士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4826026" y="2635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26000" y="2857500"/>
            <a:ext cx="660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宋代最伟大的文学家，诗、词、文、书、画样样精通。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他不只是在写诗，更喜欢在诗里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讲道理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《题西林壁》就是一首"哲理诗"——看山的同时，也在思考人生。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2857"/>
            </a:avLst>
          </a:prstGeom>
          <a:solidFill>
            <a:srgbClr val="DCF0EB">
              <a:alpha val="90000"/>
            </a:srgbClr>
          </a:solidFill>
          <a:ln w="12700" cmpd="sng" cap="flat">
            <a:solidFill>
              <a:srgbClr val="4A8B8B">
                <a:alpha val="100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143500" y="4927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代表作：</a:t>
            </a:r>
            <a:r>
              <a:rPr lang="en-US" b="fals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《饮湖上初晴后雨》《惠崇春江晚景》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写这首诗时：</a:t>
            </a:r>
            <a:r>
              <a:rPr lang="en-US" b="fals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他和朋友游庐山，在西林寺的墙上题诗。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第二步 · 诵读全诗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先听老师读一遍，注意红色的字词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524000" y="2159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横看成</a:t>
            </a:r>
            <a:r>
              <a:rPr lang="en-US" b="true" i="false" strike="noStrike" u="none" sz="4000">
                <a:solidFill>
                  <a:srgbClr val="4A8B8B"/>
                </a:solidFill>
                <a:latin typeface="Kaiti SC"/>
                <a:ea typeface="Kaiti SC"/>
                <a:cs typeface="Kaiti SC"/>
                <a:sym typeface="Kaiti SC"/>
              </a:rPr>
              <a:t>岭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侧成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峰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2984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远近高低各不同。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810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不识庐山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真面目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4635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只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缘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身在此山中。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5715000"/>
            <a:ext cx="8890000" cy="635000"/>
          </a:xfrm>
          <a:prstGeom prst="roundRect">
            <a:avLst>
              <a:gd name="adj" fmla="val 50000"/>
            </a:avLst>
          </a:prstGeom>
          <a:solidFill>
            <a:srgbClr val="DCF0EB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5842000"/>
            <a:ext cx="863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提示：题（书写）· 西林壁（西林寺的墙壁）· 缘（因为）· 真面目（全貌、真实样子）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第三步 · 读第一句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横看成岭侧成峰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横看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：从正面看，庐山是连绵起伏的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山岭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侧看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：从侧面看，庐山变成陡峭的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山峰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同一座山，换个角度，样子就完全不一样！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第四步 · 读第二句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远近高低各不同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远看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：山很小，藏在云雾里；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近看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：山很大，就在你眼前；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高处看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：群山都在脚下；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低处看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：山高得要仰起头。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第五步 · 读第三句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不识庐山真面目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4285"/>
            </a:avLst>
          </a:prstGeom>
          <a:solidFill>
            <a:srgbClr val="2B3A5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143500" y="4927600"/>
            <a:ext cx="596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不识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：看不清、认不出。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真面目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：庐山真正的全貌。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苏轼看了半天，横看、侧看、远看、近看——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却始终</a:t>
            </a:r>
            <a:r>
              <a:rPr lang="en-US" b="tru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看不清庐山到底长什么样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第六步 · 读第四句（诗眼）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只缘身在此山中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缘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：因为。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看不清庐山全貌，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只因为你自己就站在庐山里面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道理：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当局者迷，旁观者清。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要想看清一件事，就要跳出来，站在更高、更远的地方看。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762000"/>
            <a:ext cx="7620000" cy="5334000"/>
          </a:xfrm>
          <a:prstGeom prst="roundRect">
            <a:avLst>
              <a:gd name="adj" fmla="val 571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794000" y="1016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最后 · 让我们一起轻声吟诵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794000" y="15875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横看成岭侧成峰，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794000" y="21590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远近高低各不同。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27305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不识庐山真面目，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794000" y="33020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只缘身在此山中。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7188" flipH="false" flipV="false">
            <a:off x="4826016" y="4121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8B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2794000" y="42545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—— [宋] 苏轼 《题西林壁》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4826000"/>
            <a:ext cx="6604000" cy="1016000"/>
          </a:xfrm>
          <a:prstGeom prst="roundRect">
            <a:avLst>
              <a:gd name="adj" fmla="val 15000"/>
            </a:avLst>
          </a:prstGeom>
          <a:solidFill>
            <a:srgbClr val="DCF0EB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048000" y="49784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课后作业：</a:t>
            </a:r>
            <a:r>
              <a:rPr lang="en-US" b="false" i="false" strike="noStrike" u="none" sz="14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1. 背诵并默写；2. 想一想：生活中哪件事让你体会到"当局者迷"？写下来。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{"Label":"1","ContentProducer":"001191110102MACQD9K64010000","ProduceID":"7694969413430938812","ReservedCode1":"","ContentPropagator":"","PropagateID":"","ReservedCode2":""}</vt:lpwstr>
  </property>
</Properties>
</file>